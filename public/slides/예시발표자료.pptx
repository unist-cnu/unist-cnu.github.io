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16" r:id="rId1"/>
  </p:sldMasterIdLst>
  <p:notesMasterIdLst>
    <p:notesMasterId r:id="rId3"/>
  </p:notesMasterIdLst>
  <p:handoutMasterIdLst>
    <p:handoutMasterId r:id="rId4"/>
  </p:handoutMasterIdLst>
  <p:sldIdLst>
    <p:sldId id="656" r:id="rId2"/>
  </p:sldIdLst>
  <p:sldSz cx="9144000" cy="6858000" type="screen4x3"/>
  <p:notesSz cx="6669088" cy="9753600"/>
  <p:embeddedFontLst>
    <p:embeddedFont>
      <p:font typeface="Paperlogy 4 Regular" pitchFamily="2" charset="-127"/>
      <p:regular r:id="rId5"/>
    </p:embeddedFont>
    <p:embeddedFont>
      <p:font typeface="Comic Sans MS" panose="030F0902030302020204" pitchFamily="66" charset="0"/>
      <p:regular r:id="rId6"/>
      <p:bold r:id="rId7"/>
      <p:italic r:id="rId7"/>
      <p:boldItalic r:id="rId7"/>
    </p:embeddedFont>
    <p:embeddedFont>
      <p:font typeface="Garamond" panose="02020404030301010803" pitchFamily="18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A4C7"/>
    <a:srgbClr val="39AACA"/>
    <a:srgbClr val="7CA3B1"/>
    <a:srgbClr val="A3D7E7"/>
    <a:srgbClr val="20428A"/>
    <a:srgbClr val="FFE653"/>
    <a:srgbClr val="D6E0FF"/>
    <a:srgbClr val="FFFF00"/>
    <a:srgbClr val="CA302C"/>
    <a:srgbClr val="1CD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98" autoAdjust="0"/>
    <p:restoredTop sz="87808" autoAdjust="0"/>
  </p:normalViewPr>
  <p:slideViewPr>
    <p:cSldViewPr>
      <p:cViewPr varScale="1">
        <p:scale>
          <a:sx n="106" d="100"/>
          <a:sy n="106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2026/1/13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2026/1/13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0">
          <a:solidFill>
            <a:schemeClr val="tx2"/>
          </a:solidFill>
          <a:latin typeface="Comic Sans MS" panose="030F0702030302020204" pitchFamily="66" charset="0"/>
          <a:ea typeface="+mj-ea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0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Ø"/>
        <a:defRPr sz="18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18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 b="0">
          <a:solidFill>
            <a:schemeClr val="tx1"/>
          </a:solidFill>
          <a:latin typeface="Comic Sans MS" panose="030F0702030302020204" pitchFamily="66" charset="0"/>
          <a:ea typeface="+mn-ea"/>
          <a:cs typeface="Times New Roman" panose="02020603050405020304" pitchFamily="18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CDC4-E165-B33A-B592-9FDFA71C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A1149-9D55-FAC5-8ED8-40754E7F65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2996952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/>
            <a:r>
              <a:rPr kumimoji="1" lang="ko-KR" altLang="en-US" sz="4800" dirty="0">
                <a:latin typeface="Paperlogy 4 Regular" pitchFamily="2" charset="-127"/>
                <a:ea typeface="Paperlogy 4 Regular" pitchFamily="2" charset="-127"/>
              </a:rPr>
              <a:t>발표 자료 업로드 예정입니다 </a:t>
            </a:r>
            <a:r>
              <a:rPr kumimoji="1" lang="en-US" altLang="ko-KR" sz="4800" dirty="0">
                <a:latin typeface="Paperlogy 4 Regular" pitchFamily="2" charset="-127"/>
                <a:ea typeface="Paperlogy 4 Regular" pitchFamily="2" charset="-127"/>
                <a:sym typeface="Wingdings" pitchFamily="2" charset="2"/>
              </a:rPr>
              <a:t></a:t>
            </a:r>
            <a:endParaRPr kumimoji="1" lang="ko-KR" altLang="en-US" sz="48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6CDC85D-CA83-F320-7E9F-DCBE133D491F}"/>
              </a:ext>
            </a:extLst>
          </p:cNvPr>
          <p:cNvSpPr txBox="1">
            <a:spLocks/>
          </p:cNvSpPr>
          <p:nvPr/>
        </p:nvSpPr>
        <p:spPr>
          <a:xfrm>
            <a:off x="4644008" y="6453336"/>
            <a:ext cx="5832648" cy="50405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b="0">
                <a:solidFill>
                  <a:schemeClr val="tx2"/>
                </a:solidFill>
                <a:latin typeface="Comic Sans MS" panose="030F0702030302020204" pitchFamily="66" charset="0"/>
                <a:ea typeface="+mj-ea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ko-KR" sz="1800" b="1" kern="0" dirty="0">
                <a:latin typeface="Paperlogy 4 Regular" pitchFamily="2" charset="-127"/>
                <a:ea typeface="Paperlogy 4 Regular" pitchFamily="2" charset="-127"/>
              </a:rPr>
              <a:t>© UNIST x CNU Workshop</a:t>
            </a:r>
            <a:endParaRPr kumimoji="1" lang="ko-KR" altLang="en-US" sz="1800" b="1" kern="0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30500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사용자 지정 9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A50021"/>
      </a:accent2>
      <a:accent3>
        <a:srgbClr val="006666"/>
      </a:accent3>
      <a:accent4>
        <a:srgbClr val="B138BA"/>
      </a:accent4>
      <a:accent5>
        <a:srgbClr val="001C54"/>
      </a:accent5>
      <a:accent6>
        <a:srgbClr val="44C1C3"/>
      </a:accent6>
      <a:hlink>
        <a:srgbClr val="006666"/>
      </a:hlink>
      <a:folHlink>
        <a:srgbClr val="B2B2B2"/>
      </a:folHlink>
    </a:clrScheme>
    <a:fontScheme name="사용자 지정 6">
      <a:majorFont>
        <a:latin typeface="Comic Sans MS"/>
        <a:ea typeface="서울한강체 M"/>
        <a:cs typeface=""/>
      </a:majorFont>
      <a:minorFont>
        <a:latin typeface="Comic Sans MS"/>
        <a:ea typeface="서울한강체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41165</TotalTime>
  <Words>10</Words>
  <Application>Microsoft Macintosh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Calibri</vt:lpstr>
      <vt:lpstr>Comic Sans MS</vt:lpstr>
      <vt:lpstr>Wingdings</vt:lpstr>
      <vt:lpstr>Garamond</vt:lpstr>
      <vt:lpstr>Paperlogy 4 Regular</vt:lpstr>
      <vt:lpstr>Arial</vt:lpstr>
      <vt:lpstr>Edge</vt:lpstr>
      <vt:lpstr>발표 자료 업로드 예정입니다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quantum_biclique</dc:title>
  <dc:subject/>
  <dc:creator>김다희</dc:creator>
  <cp:keywords/>
  <dc:description/>
  <cp:lastModifiedBy>다희 김</cp:lastModifiedBy>
  <cp:revision>2319</cp:revision>
  <cp:lastPrinted>2013-01-18T01:16:53Z</cp:lastPrinted>
  <dcterms:created xsi:type="dcterms:W3CDTF">2009-03-02T02:47:37Z</dcterms:created>
  <dcterms:modified xsi:type="dcterms:W3CDTF">2026-01-13T06:18:53Z</dcterms:modified>
  <cp:category/>
</cp:coreProperties>
</file>