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16" r:id="rId1"/>
  </p:sldMasterIdLst>
  <p:notesMasterIdLst>
    <p:notesMasterId r:id="rId3"/>
  </p:notesMasterIdLst>
  <p:handoutMasterIdLst>
    <p:handoutMasterId r:id="rId4"/>
  </p:handoutMasterIdLst>
  <p:sldIdLst>
    <p:sldId id="656" r:id="rId2"/>
  </p:sldIdLst>
  <p:sldSz cx="9144000" cy="6858000" type="screen4x3"/>
  <p:notesSz cx="6669088" cy="9753600"/>
  <p:embeddedFontLst>
    <p:embeddedFont>
      <p:font typeface="Comic Sans MS" panose="030F0902030302020204" pitchFamily="66" charset="0"/>
      <p:regular r:id="rId5"/>
      <p:bold r:id="rId6"/>
      <p:italic r:id="rId6"/>
      <p:boldItalic r:id="rId6"/>
    </p:embeddedFont>
    <p:embeddedFont>
      <p:font typeface="Garamond" panose="02020404030301010803" pitchFamily="18" charset="0"/>
      <p:regular r:id="rId7"/>
      <p:bold r:id="rId8"/>
      <p:italic r:id="rId9"/>
      <p:boldItalic r:id="rId10"/>
    </p:embeddedFont>
    <p:embeddedFont>
      <p:font typeface="Paperlogy 4 Regular" pitchFamily="2" charset="-127"/>
      <p:regular r:id="rId11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A4C7"/>
    <a:srgbClr val="39AACA"/>
    <a:srgbClr val="7CA3B1"/>
    <a:srgbClr val="A3D7E7"/>
    <a:srgbClr val="20428A"/>
    <a:srgbClr val="FFE653"/>
    <a:srgbClr val="D6E0FF"/>
    <a:srgbClr val="FFFF00"/>
    <a:srgbClr val="CA302C"/>
    <a:srgbClr val="1CD0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7808" autoAdjust="0"/>
  </p:normalViewPr>
  <p:slideViewPr>
    <p:cSldViewPr>
      <p:cViewPr varScale="1">
        <p:scale>
          <a:sx n="106" d="100"/>
          <a:sy n="106" d="100"/>
        </p:scale>
        <p:origin x="12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3" d="100"/>
          <a:sy n="103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993" y="0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1A395C66-BAC7-4947-A978-17979EC9EE5D}" type="datetimeFigureOut">
              <a:rPr lang="zh-CN" altLang="en-US"/>
              <a:pPr>
                <a:defRPr/>
              </a:pPr>
              <a:t>2026/1/19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63663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993" y="9263663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239E3A9-FBC1-4C90-89C7-C86D175BA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708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993" y="0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C874FDD-B067-4E5B-9185-454DDEAB3F7B}" type="datetimeFigureOut">
              <a:rPr lang="zh-CN" altLang="en-US"/>
              <a:pPr>
                <a:defRPr/>
              </a:pPr>
              <a:t>2026/1/19</a:t>
            </a:fld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30250"/>
            <a:ext cx="4875212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632960"/>
            <a:ext cx="533527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3663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993" y="9263663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4026A9-F546-4A60-85FC-C280A3E99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6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0">
          <a:solidFill>
            <a:schemeClr val="tx2"/>
          </a:solidFill>
          <a:latin typeface="Comic Sans MS" panose="030F0702030302020204" pitchFamily="66" charset="0"/>
          <a:ea typeface="+mj-ea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 b="0">
          <a:solidFill>
            <a:schemeClr val="tx1"/>
          </a:solidFill>
          <a:latin typeface="Comic Sans MS" panose="030F0702030302020204" pitchFamily="66" charset="0"/>
          <a:ea typeface="+mn-ea"/>
          <a:cs typeface="Times New Roman" panose="02020603050405020304" pitchFamily="18" charset="0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000" b="0">
          <a:solidFill>
            <a:schemeClr val="tx1"/>
          </a:solidFill>
          <a:latin typeface="Comic Sans MS" panose="030F0702030302020204" pitchFamily="66" charset="0"/>
          <a:ea typeface="+mn-ea"/>
          <a:cs typeface="Times New Roman" panose="02020603050405020304" pitchFamily="18" charset="0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Ø"/>
        <a:defRPr sz="1800" b="0">
          <a:solidFill>
            <a:schemeClr val="tx1"/>
          </a:solidFill>
          <a:latin typeface="Comic Sans MS" panose="030F0702030302020204" pitchFamily="66" charset="0"/>
          <a:ea typeface="+mn-ea"/>
          <a:cs typeface="Times New Roman" panose="02020603050405020304" pitchFamily="18" charset="0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1800" b="0">
          <a:solidFill>
            <a:schemeClr val="tx1"/>
          </a:solidFill>
          <a:latin typeface="Comic Sans MS" panose="030F0702030302020204" pitchFamily="66" charset="0"/>
          <a:ea typeface="+mn-ea"/>
          <a:cs typeface="Times New Roman" panose="02020603050405020304" pitchFamily="18" charset="0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 b="0">
          <a:solidFill>
            <a:schemeClr val="tx1"/>
          </a:solidFill>
          <a:latin typeface="Comic Sans MS" panose="030F0702030302020204" pitchFamily="66" charset="0"/>
          <a:ea typeface="+mn-ea"/>
          <a:cs typeface="Times New Roman" panose="02020603050405020304" pitchFamily="18" charset="0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5CDC4-E165-B33A-B592-9FDFA71C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A1149-9D55-FAC5-8ED8-40754E7F65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2996952"/>
            <a:ext cx="8229600" cy="1139825"/>
          </a:xfrm>
          <a:prstGeom prst="rect">
            <a:avLst/>
          </a:prstGeom>
        </p:spPr>
        <p:txBody>
          <a:bodyPr/>
          <a:lstStyle/>
          <a:p>
            <a:pPr algn="ctr"/>
            <a:r>
              <a:rPr kumimoji="1" lang="ko-KR" altLang="en-US" sz="4800">
                <a:latin typeface="Paperlogy 4 Regular" pitchFamily="2" charset="-127"/>
                <a:ea typeface="Paperlogy 4 Regular" pitchFamily="2" charset="-127"/>
              </a:rPr>
              <a:t>자료 </a:t>
            </a:r>
            <a:r>
              <a:rPr kumimoji="1" lang="ko-KR" altLang="en-US" sz="4800" dirty="0">
                <a:latin typeface="Paperlogy 4 Regular" pitchFamily="2" charset="-127"/>
                <a:ea typeface="Paperlogy 4 Regular" pitchFamily="2" charset="-127"/>
              </a:rPr>
              <a:t>업로드 예정입니다 </a:t>
            </a:r>
            <a:r>
              <a:rPr kumimoji="1" lang="en-US" altLang="ko-KR" sz="4800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</a:t>
            </a:r>
            <a:endParaRPr kumimoji="1" lang="ko-KR" altLang="en-US" sz="48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6CDC85D-CA83-F320-7E9F-DCBE133D491F}"/>
              </a:ext>
            </a:extLst>
          </p:cNvPr>
          <p:cNvSpPr txBox="1">
            <a:spLocks/>
          </p:cNvSpPr>
          <p:nvPr/>
        </p:nvSpPr>
        <p:spPr>
          <a:xfrm>
            <a:off x="4644008" y="6453336"/>
            <a:ext cx="5832648" cy="50405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0">
                <a:solidFill>
                  <a:schemeClr val="tx2"/>
                </a:solidFill>
                <a:latin typeface="Comic Sans MS" panose="030F0702030302020204" pitchFamily="66" charset="0"/>
                <a:ea typeface="+mj-ea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ko-KR" sz="1800" b="1" kern="0" dirty="0">
                <a:latin typeface="Paperlogy 4 Regular" pitchFamily="2" charset="-127"/>
                <a:ea typeface="Paperlogy 4 Regular" pitchFamily="2" charset="-127"/>
              </a:rPr>
              <a:t>© UNIST x CNU Workshop</a:t>
            </a:r>
            <a:endParaRPr kumimoji="1" lang="ko-KR" altLang="en-US" sz="1800" b="1" kern="0" dirty="0">
              <a:latin typeface="Paperlogy 4 Regular" pitchFamily="2" charset="-127"/>
              <a:ea typeface="Paperlogy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3305005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사용자 지정 9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3366FF"/>
      </a:accent1>
      <a:accent2>
        <a:srgbClr val="A50021"/>
      </a:accent2>
      <a:accent3>
        <a:srgbClr val="006666"/>
      </a:accent3>
      <a:accent4>
        <a:srgbClr val="B138BA"/>
      </a:accent4>
      <a:accent5>
        <a:srgbClr val="001C54"/>
      </a:accent5>
      <a:accent6>
        <a:srgbClr val="44C1C3"/>
      </a:accent6>
      <a:hlink>
        <a:srgbClr val="006666"/>
      </a:hlink>
      <a:folHlink>
        <a:srgbClr val="B2B2B2"/>
      </a:folHlink>
    </a:clrScheme>
    <a:fontScheme name="사용자 지정 6">
      <a:majorFont>
        <a:latin typeface="Comic Sans MS"/>
        <a:ea typeface="서울한강체 M"/>
        <a:cs typeface=""/>
      </a:majorFont>
      <a:minorFont>
        <a:latin typeface="Comic Sans MS"/>
        <a:ea typeface="서울한강체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1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0099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008A8A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2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41165</TotalTime>
  <Words>9</Words>
  <Application>Microsoft Macintosh PowerPoint</Application>
  <PresentationFormat>화면 슬라이드 쇼(4:3)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Wingdings</vt:lpstr>
      <vt:lpstr>Garamond</vt:lpstr>
      <vt:lpstr>Arial</vt:lpstr>
      <vt:lpstr>Paperlogy 4 Regular</vt:lpstr>
      <vt:lpstr>Calibri</vt:lpstr>
      <vt:lpstr>Comic Sans MS</vt:lpstr>
      <vt:lpstr>Edge</vt:lpstr>
      <vt:lpstr>자료 업로드 예정입니다 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quantum_biclique</dc:title>
  <dc:subject/>
  <dc:creator>김다희</dc:creator>
  <cp:keywords/>
  <dc:description/>
  <cp:lastModifiedBy>다희 김</cp:lastModifiedBy>
  <cp:revision>2320</cp:revision>
  <cp:lastPrinted>2013-01-18T01:16:53Z</cp:lastPrinted>
  <dcterms:created xsi:type="dcterms:W3CDTF">2009-03-02T02:47:37Z</dcterms:created>
  <dcterms:modified xsi:type="dcterms:W3CDTF">2026-01-19T08:59:29Z</dcterms:modified>
  <cp:category/>
</cp:coreProperties>
</file>